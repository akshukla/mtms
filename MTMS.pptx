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63253-CE35-49FC-BB9F-2992262C8D5E}" type="datetimeFigureOut">
              <a:rPr lang="en-IN" smtClean="0"/>
              <a:t>2021-06-24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34D4E-014E-4846-913C-9CFFA9B75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384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63253-CE35-49FC-BB9F-2992262C8D5E}" type="datetimeFigureOut">
              <a:rPr lang="en-IN" smtClean="0"/>
              <a:t>2021-06-24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34D4E-014E-4846-913C-9CFFA9B75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60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63253-CE35-49FC-BB9F-2992262C8D5E}" type="datetimeFigureOut">
              <a:rPr lang="en-IN" smtClean="0"/>
              <a:t>2021-06-24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34D4E-014E-4846-913C-9CFFA9B75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157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63253-CE35-49FC-BB9F-2992262C8D5E}" type="datetimeFigureOut">
              <a:rPr lang="en-IN" smtClean="0"/>
              <a:t>2021-06-24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34D4E-014E-4846-913C-9CFFA9B75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186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63253-CE35-49FC-BB9F-2992262C8D5E}" type="datetimeFigureOut">
              <a:rPr lang="en-IN" smtClean="0"/>
              <a:t>2021-06-24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34D4E-014E-4846-913C-9CFFA9B75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13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63253-CE35-49FC-BB9F-2992262C8D5E}" type="datetimeFigureOut">
              <a:rPr lang="en-IN" smtClean="0"/>
              <a:t>2021-06-24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34D4E-014E-4846-913C-9CFFA9B75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741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63253-CE35-49FC-BB9F-2992262C8D5E}" type="datetimeFigureOut">
              <a:rPr lang="en-IN" smtClean="0"/>
              <a:t>2021-06-24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34D4E-014E-4846-913C-9CFFA9B75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277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63253-CE35-49FC-BB9F-2992262C8D5E}" type="datetimeFigureOut">
              <a:rPr lang="en-IN" smtClean="0"/>
              <a:t>2021-06-24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34D4E-014E-4846-913C-9CFFA9B75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650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63253-CE35-49FC-BB9F-2992262C8D5E}" type="datetimeFigureOut">
              <a:rPr lang="en-IN" smtClean="0"/>
              <a:t>2021-06-24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34D4E-014E-4846-913C-9CFFA9B75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492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63253-CE35-49FC-BB9F-2992262C8D5E}" type="datetimeFigureOut">
              <a:rPr lang="en-IN" smtClean="0"/>
              <a:t>2021-06-24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34D4E-014E-4846-913C-9CFFA9B75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78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63253-CE35-49FC-BB9F-2992262C8D5E}" type="datetimeFigureOut">
              <a:rPr lang="en-IN" smtClean="0"/>
              <a:t>2021-06-24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34D4E-014E-4846-913C-9CFFA9B75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373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563253-CE35-49FC-BB9F-2992262C8D5E}" type="datetimeFigureOut">
              <a:rPr lang="en-IN" smtClean="0"/>
              <a:t>2021-06-24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C34D4E-014E-4846-913C-9CFFA9B75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198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107583" y="888642"/>
            <a:ext cx="2266682" cy="118485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1144991" y="1296403"/>
            <a:ext cx="2318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SSO for Authentication</a:t>
            </a:r>
            <a:endParaRPr lang="en-IN" dirty="0"/>
          </a:p>
        </p:txBody>
      </p:sp>
      <p:sp>
        <p:nvSpPr>
          <p:cNvPr id="6" name="Oval 5"/>
          <p:cNvSpPr/>
          <p:nvPr/>
        </p:nvSpPr>
        <p:spPr>
          <a:xfrm>
            <a:off x="4866617" y="875795"/>
            <a:ext cx="2266682" cy="118485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5044980" y="1157904"/>
            <a:ext cx="18455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Register/Manage </a:t>
            </a:r>
          </a:p>
          <a:p>
            <a:pPr algn="ctr"/>
            <a:r>
              <a:rPr lang="en-US" dirty="0" smtClean="0"/>
              <a:t>Requests</a:t>
            </a:r>
            <a:endParaRPr lang="en-IN" dirty="0"/>
          </a:p>
        </p:txBody>
      </p:sp>
      <p:grpSp>
        <p:nvGrpSpPr>
          <p:cNvPr id="10" name="Group 9"/>
          <p:cNvGrpSpPr/>
          <p:nvPr/>
        </p:nvGrpSpPr>
        <p:grpSpPr>
          <a:xfrm>
            <a:off x="4866617" y="4009553"/>
            <a:ext cx="2266682" cy="1184857"/>
            <a:chOff x="4698642" y="2303170"/>
            <a:chExt cx="2266682" cy="1184857"/>
          </a:xfrm>
        </p:grpSpPr>
        <p:sp>
          <p:nvSpPr>
            <p:cNvPr id="8" name="Oval 7"/>
            <p:cNvSpPr/>
            <p:nvPr/>
          </p:nvSpPr>
          <p:spPr>
            <a:xfrm>
              <a:off x="4698642" y="2303170"/>
              <a:ext cx="2266682" cy="118485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795988" y="2555078"/>
              <a:ext cx="210314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/>
                <a:t>AWS/Azure</a:t>
              </a:r>
            </a:p>
            <a:p>
              <a:pPr algn="ctr"/>
              <a:r>
                <a:rPr lang="en-US" dirty="0" smtClean="0"/>
                <a:t>Notification Services</a:t>
              </a:r>
              <a:endParaRPr lang="en-IN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866617" y="2442674"/>
            <a:ext cx="2266682" cy="1184857"/>
            <a:chOff x="4698642" y="2303170"/>
            <a:chExt cx="2266682" cy="1184857"/>
          </a:xfrm>
        </p:grpSpPr>
        <p:sp>
          <p:nvSpPr>
            <p:cNvPr id="12" name="Oval 11"/>
            <p:cNvSpPr/>
            <p:nvPr/>
          </p:nvSpPr>
          <p:spPr>
            <a:xfrm>
              <a:off x="4698642" y="2303170"/>
              <a:ext cx="2266682" cy="118485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094982" y="2585328"/>
              <a:ext cx="155318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/>
                <a:t>Mongo use </a:t>
              </a:r>
            </a:p>
            <a:p>
              <a:pPr algn="ctr"/>
              <a:r>
                <a:rPr lang="en-US" dirty="0" smtClean="0"/>
                <a:t>for Log System</a:t>
              </a:r>
              <a:endParaRPr lang="en-IN" dirty="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4882192" y="5567758"/>
            <a:ext cx="2266682" cy="1184857"/>
            <a:chOff x="4698642" y="2303170"/>
            <a:chExt cx="2266682" cy="1184857"/>
          </a:xfrm>
        </p:grpSpPr>
        <p:sp>
          <p:nvSpPr>
            <p:cNvPr id="15" name="Oval 14"/>
            <p:cNvSpPr/>
            <p:nvPr/>
          </p:nvSpPr>
          <p:spPr>
            <a:xfrm>
              <a:off x="4698642" y="2303170"/>
              <a:ext cx="2266682" cy="118485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376185" y="2672158"/>
              <a:ext cx="9115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Reports</a:t>
              </a:r>
              <a:endParaRPr lang="en-IN" dirty="0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257662" y="4417314"/>
            <a:ext cx="2266682" cy="1184857"/>
            <a:chOff x="4698642" y="2303170"/>
            <a:chExt cx="2266682" cy="1184857"/>
          </a:xfrm>
        </p:grpSpPr>
        <p:sp>
          <p:nvSpPr>
            <p:cNvPr id="18" name="Oval 17"/>
            <p:cNvSpPr/>
            <p:nvPr/>
          </p:nvSpPr>
          <p:spPr>
            <a:xfrm>
              <a:off x="4698642" y="2303170"/>
              <a:ext cx="2266682" cy="118485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079437" y="2611206"/>
              <a:ext cx="179831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Blob/AWS RDMS </a:t>
              </a:r>
            </a:p>
            <a:p>
              <a:r>
                <a:rPr lang="en-US" dirty="0" smtClean="0"/>
                <a:t>for Reporting</a:t>
              </a:r>
              <a:endParaRPr lang="en-IN" dirty="0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8205373" y="2455570"/>
            <a:ext cx="2266682" cy="1184857"/>
            <a:chOff x="4698642" y="2303170"/>
            <a:chExt cx="2266682" cy="1184857"/>
          </a:xfrm>
        </p:grpSpPr>
        <p:sp>
          <p:nvSpPr>
            <p:cNvPr id="21" name="Oval 20"/>
            <p:cNvSpPr/>
            <p:nvPr/>
          </p:nvSpPr>
          <p:spPr>
            <a:xfrm>
              <a:off x="4698642" y="2303170"/>
              <a:ext cx="2266682" cy="118485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953536" y="2572432"/>
              <a:ext cx="186147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Database System</a:t>
              </a:r>
            </a:p>
            <a:p>
              <a:r>
                <a:rPr lang="en-US" dirty="0" smtClean="0"/>
                <a:t>AWS/Azure RDMS</a:t>
              </a:r>
              <a:endParaRPr lang="en-IN" dirty="0"/>
            </a:p>
          </p:txBody>
        </p:sp>
      </p:grpSp>
      <p:cxnSp>
        <p:nvCxnSpPr>
          <p:cNvPr id="24" name="Straight Arrow Connector 23"/>
          <p:cNvCxnSpPr>
            <a:stCxn id="4" idx="6"/>
            <a:endCxn id="6" idx="2"/>
          </p:cNvCxnSpPr>
          <p:nvPr/>
        </p:nvCxnSpPr>
        <p:spPr>
          <a:xfrm flipV="1">
            <a:off x="3374265" y="1468224"/>
            <a:ext cx="1492352" cy="128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5948036" y="2098480"/>
            <a:ext cx="19729" cy="2442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1648761" y="2098480"/>
            <a:ext cx="307232" cy="15705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603359" y="3669032"/>
            <a:ext cx="2266682" cy="118485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/>
          <p:cNvSpPr txBox="1"/>
          <p:nvPr/>
        </p:nvSpPr>
        <p:spPr>
          <a:xfrm>
            <a:off x="1227504" y="4047982"/>
            <a:ext cx="1169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Technician</a:t>
            </a:r>
            <a:endParaRPr lang="en-IN" dirty="0"/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2902194" y="4274308"/>
            <a:ext cx="1872469" cy="1430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8" idx="2"/>
          </p:cNvCxnSpPr>
          <p:nvPr/>
        </p:nvCxnSpPr>
        <p:spPr>
          <a:xfrm flipH="1" flipV="1">
            <a:off x="2870041" y="4458972"/>
            <a:ext cx="1996576" cy="1430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15" idx="2"/>
          </p:cNvCxnSpPr>
          <p:nvPr/>
        </p:nvCxnSpPr>
        <p:spPr>
          <a:xfrm flipH="1" flipV="1">
            <a:off x="2355863" y="4782384"/>
            <a:ext cx="2526329" cy="1377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H="1">
            <a:off x="9633397" y="3739308"/>
            <a:ext cx="10656" cy="606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7187333" y="5330243"/>
            <a:ext cx="1255399" cy="606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7133299" y="1674113"/>
            <a:ext cx="1505158" cy="781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H="1" flipV="1">
            <a:off x="6916758" y="1910824"/>
            <a:ext cx="1382075" cy="7219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7067103" y="3368499"/>
            <a:ext cx="1393164" cy="1171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endCxn id="12" idx="4"/>
          </p:cNvCxnSpPr>
          <p:nvPr/>
        </p:nvCxnSpPr>
        <p:spPr>
          <a:xfrm flipH="1" flipV="1">
            <a:off x="5999958" y="3627531"/>
            <a:ext cx="21820" cy="3497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flipH="1">
            <a:off x="7147499" y="3545721"/>
            <a:ext cx="1289651" cy="1010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 flipV="1">
            <a:off x="7111041" y="3563016"/>
            <a:ext cx="1527416" cy="1207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338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23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3</cp:revision>
  <dcterms:created xsi:type="dcterms:W3CDTF">2021-06-24T11:36:25Z</dcterms:created>
  <dcterms:modified xsi:type="dcterms:W3CDTF">2021-06-24T11:51:35Z</dcterms:modified>
</cp:coreProperties>
</file>